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0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PrepCoach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6797BF"/>
                </a:solidFill>
                <a:latin typeface="Arial"/>
              </a:defRPr>
            </a:pPr>
            <a:r>
              <a:t>AI-Powered Interview Preparation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Presented by: Manideep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797BF"/>
                </a:solidFill>
                <a:latin typeface="Arial"/>
              </a:defRPr>
            </a:pPr>
            <a:r>
              <a:t>IARE - Institute of Aeronautical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Students face multiple challenges in campus placement preparation: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Lack of personalized guidance for interviews and coding practice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No unified platform to track skill gaps across DSA, aptitude &amp; communication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Resume optimization remains manual with no ATS feedback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Mock interviews lack realistic, AI-driven evaluation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Difficulty in creating structured, company-specific preparation roadmaps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Existing solutions are fragmented — separate tools for coding, resumes, and interviews.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There is a clear need for an all-in-one AI-powered placement preparation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PrepCoach is a full-stack AI-powered interview preparation platform designed to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streamline campus placement preparation for engineering students.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It integrates coding practice, mock interviews, resume analysis, skill gap analysis,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and placement tracking into a single, unified dashboard.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The system leverages modern web technologies (React, TypeScript, Node.js, PostgreSQL)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with AI-driven features for personalized feedback and guidance.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PrepCoach provides company-specific preparation (Google, Amazon, Microsoft, etc.),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real-time mock interview sessions via Socket.IO, and generates 16-week structured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roadmaps to help students prepare systematically for placements.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PrepCoach is an end-to-end placement preparation ecosystem that empowers students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with AI-assisted tools across the entire interview preparation journey.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Key modules: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Coding Interview Simulator — Solve company-tagged DSA problems with AI feedback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Mock Interview Engine — Real-time HR/TECHNICAL/MANAGER interviews with analysis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Resume Analyzer — ATS score calculation, keyword gap detection, bullet rewriting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Skill Gap Analyzer — Identifies missing skills and weak areas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Placement Score Calculator — Overall readiness score with company-specific chances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Roadmap Generator — Auto-generates 16-week structured preparation plans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Company Browser — Detailed company round info with curated questions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1. Build a unified platform covering all aspects of placement preparation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2. Provide AI-driven mock interviews with real-time feedback on fluency,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filler words, and communication effectiveness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3. Enable coding practice with company-specific problems and automated evaluation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4. Offer ATS-style resume analysis with actionable improvement suggestions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5. Generate personalized 16-week roadmaps based on skill level and target companies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6. Track overall placement readiness through a comprehensive scoring system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7. Ensure a responsive, modern UI with real-time updates and seamless navigation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1371600"/>
          </a:xfrm>
          <a:prstGeom prst="round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Frontend (React 19 + Vite + Tailwind)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1371600"/>
          </a:xfrm>
          <a:prstGeom prst="roundRect">
            <a:avLst/>
          </a:prstGeom>
          <a:solidFill>
            <a:srgbClr val="3A1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Backend API (Node.js + Express 5)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200400" cy="1097280"/>
          </a:xfrm>
          <a:prstGeom prst="roundRect">
            <a:avLst/>
          </a:prstGeom>
          <a:solidFill>
            <a:srgbClr val="00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PostgreSQL Database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657600"/>
            <a:ext cx="3200400" cy="1097280"/>
          </a:xfrm>
          <a:prstGeom prst="roundRect">
            <a:avLst/>
          </a:prstGeom>
          <a:solidFill>
            <a:srgbClr val="00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Redis Cache + Session Store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657600"/>
            <a:ext cx="3200400" cy="1097280"/>
          </a:xfrm>
          <a:prstGeom prst="roundRect">
            <a:avLst/>
          </a:prstGeom>
          <a:solidFill>
            <a:srgbClr val="00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Socket.IO (Real-time)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120640"/>
            <a:ext cx="3200400" cy="731520"/>
          </a:xfrm>
          <a:prstGeom prst="roundRect">
            <a:avLst/>
          </a:prstGeom>
          <a:solidFill>
            <a:srgbClr val="2461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Docker (Containerization)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103120"/>
            <a:ext cx="1828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005094"/>
                </a:solidFill>
                <a:latin typeface="Arial"/>
              </a:defRPr>
            </a:pPr>
            <a:r>
              <a:t>──────► HTTP/REST ──────►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1. Requirement Analysis — Identified key pain points in placement preparation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through student surveys and industry feedback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2. Design &amp; Planning — Designed database schema (10 models), API architecture,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and frontend component tree following modular, scalable patterns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3. Development — Implemented using Agile methodology with React 19 + Vite frontend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and Node.js/Express backend with Prisma ORM for database operations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4. AI Integration — Integrated mock AI responses for interviews, coding feedback,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resume analysis, and roadmap generation (OpenAI-ready architecture)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5. Testing &amp; Deployment — Containerized with Docker Compose (PostgreSQL, Redis,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Backend) with CI/CD-ready configuration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303520" cy="4572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005094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React 19 + TypeScript 6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Vite 8 (Build Tool)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Tailwind CSS 4 (Styling)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Zustand (State Management)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React Router v7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Radix UI (Primitives)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Framer Motion (Animations)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Recharts (Charts)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73736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1">
                <a:solidFill>
                  <a:srgbClr val="3A195B"/>
                </a:solidFill>
                <a:latin typeface="Arial"/>
              </a:defRPr>
            </a:pPr>
            <a:r>
              <a:t>Backend &amp;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Node.js 22 + Express 5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TypeScript (Type Safety)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Prisma 7 ORM (PostgreSQL)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Redis 7 (Caching/Sessions)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Socket.IO (Real-time)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JWT Auth (Access + Refresh)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Zod (Schema Validation)</a:t>
            </a:r>
          </a:p>
          <a:p>
            <a:pPr>
              <a:spcAft>
                <a:spcPts val="400"/>
              </a:spcAft>
              <a:defRPr sz="1700">
                <a:solidFill>
                  <a:srgbClr val="282828"/>
                </a:solidFill>
                <a:latin typeface="Arial"/>
              </a:defRPr>
            </a:pPr>
            <a:r>
              <a:t>▸ Docker + Docker Compose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🔐 Authentication &amp; Authorization — JWT-based secure login with httpOnly refresh tokens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💻 Coding Interview — 20+ DSA problems with difficulty levels, test cases, and AI feedback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🎤 Mock Interview — Real-time HR/TECH/MANAGER sessions with filler word &amp; fluency analysis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📄 Resume Analyzer — ATS scoring, keyword gap detection, and AI-powered bullet rewriting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📊 Placement Score — Multi-dimensional score (aptitude, DSA, core, communication, resume)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📈 Roadmap Generator — Company-specific 16-week preparation plan with weekly tracking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🏢 Company Browser — 9 major companies with round details and curated questions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📋 Dashboard — Aggregated view of all metrics, progress tracking, and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Implementation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Database: 10 models (User, Profile, PlacementScore, InterviewSession, etc.) with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full relational integrity via Prisma ORM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Auth Flow: JWT access tokens (15min) + httpOnly refresh cookies with automatic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token refresh and 401 interception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Real-time Communication: Socket.IO with room-based interview sessions, mock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AI responses with audio transcript simulation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Frontend: 13 pages with protected routing, Zustand for state, Radix UI for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accessible components, Tailwind CSS for responsive design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API: 30+ REST endpoints across 8 route modules with Zod validation middleware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and consistent error handling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Containerization: Multi-service Docker Compose with PostgreSQL 16, Redis 7, and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Node.js 22-alpine 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Results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Unified Platform — Replaces 4-5 separate tools with one integrated solution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Personalized Preparation — AI-driven roadmaps and feedback tailored to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individual skill levels and target companies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Realistic Mock Interviews — Simulates real interview environments with type-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specific questions (HR, Technical, Managerial rounds)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Data-Driven Insights — Placement score, skill gap analysis, and ATS resume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feedback provide measurable readiness indicators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Scalable Architecture — Dockerized microservices architecture ready for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production deployment and horizontal scaling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✅ Modern UX — Fast, responsive interface built with cutting-edge web technologies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PrepCoach successfully demonstrates an AI-powered, full-stack solution to the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challenges of campus placement preparation.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The platform integrates essential tools — coding practice, mock interviews,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resume analysis, skill assessment, and roadmap planning — into a cohesive,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user-friendly ecosystem.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With its modular architecture, comprehensive feature set, and AI-driven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capabilities, PrepCoach serves as a robust foundation for students to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systematically prepare for campus placements and achieve their career goals.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The use of modern technologies (React 19, Node.js 22, PostgreSQL, Docker)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ensures scalability, maintainability, and a seamless user experience.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09728" cy="1097280"/>
          </a:xfrm>
          <a:prstGeom prst="rect">
            <a:avLst/>
          </a:prstGeom>
          <a:solidFill>
            <a:srgbClr val="005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600" b="1">
                <a:solidFill>
                  <a:srgbClr val="00509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91440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3000" b="1">
                <a:solidFill>
                  <a:srgbClr val="005094"/>
                </a:solidFill>
                <a:latin typeface="Arial"/>
              </a:defRPr>
            </a:pPr>
            <a:r>
              <a:t>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OpenAI Integration — Replace mock AI responses with real GPT-powered feedback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for interviews, coding reviews, and resume analysis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Voice-based Interviews — Real speech-to-text analysis with emotion detection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   and pronunciation scoring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Question Bank Expansion — Add 500+ coding problems with multiple difficulty levels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Video Resume Analysis — Analyze video resumes for body language and confidence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Peer Collaboration — Study groups, peer reviews, and leaderboard gamification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Company-specific Test Simulators — Mock aptitude tests with actual company patterns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  <a:latin typeface="Arial"/>
              </a:defRPr>
            </a:pPr>
            <a:r>
              <a:t>• Mobile App — React Native companion app for on-the-go preparation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0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2400" b="0">
                <a:solidFill>
                  <a:srgbClr val="6797BF"/>
                </a:solidFill>
                <a:latin typeface="Arial"/>
              </a:defRPr>
            </a:pPr>
            <a:r>
              <a:t>Questions &amp; Discussion Welcome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27432"/>
          </a:xfrm>
          <a:prstGeom prst="rect">
            <a:avLst/>
          </a:prstGeom>
          <a:solidFill>
            <a:srgbClr val="6797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800" b="0">
                <a:solidFill>
                  <a:srgbClr val="FFFFFF"/>
                </a:solidFill>
                <a:latin typeface="Arial"/>
              </a:defRPr>
            </a:pPr>
            <a:r>
              <a:t>PrepCoach — AI-Powered Interview Preparation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defRPr sz="1600" b="0">
                <a:solidFill>
                  <a:srgbClr val="6797BF"/>
                </a:solidFill>
                <a:latin typeface="Arial"/>
              </a:defRPr>
            </a:pPr>
            <a:r>
              <a:t>Department of Computer Science &amp;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defRPr sz="1100" b="0">
                <a:solidFill>
                  <a:srgbClr val="6797BF"/>
                </a:solidFill>
                <a:latin typeface="Arial"/>
              </a:defRPr>
            </a:pPr>
            <a:r>
              <a:t>IARE - Institute of Aeronautical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defRPr sz="1200" b="0">
                <a:solidFill>
                  <a:srgbClr val="6797BF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